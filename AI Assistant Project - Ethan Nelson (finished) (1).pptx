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6" roundtripDataSignature="AMtx7mjFD0DDyli2lZMJzmfcezCagR5h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People are forgetful and busy, and checking a calendar app all day isn't convenient. Most of us already live in our texts, so the assistant meets you there.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A personal assistant you text over iMessage. Sign up on a web page, connect Google Calendar, then just text it. No app to download.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Pick a time when you sign up and the assistant texts you a daily briefing: today's events and when you need to leave. Turn it off any time by texting it.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Reminders before each event, with the time, how long until it starts, and the location. If an event is moved or cancelled, the reminder follows it. You can also say 'remind me to...' for anything else.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Text something like 'move lunch to 1pm'. The assistant proposes the change, warns about conflicts and suggests free times, and only saves it after you reply yes in a new message.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Invite people to an event by name. It looks them up in your saved contacts, shows the exact email first, and Google sends the invite once you confirm.</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Ask 'when should I leave?' and it uses Google Maps with traffic from your home address. It can also find restaurants and things to do near you or near an event.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Tell it things to remember, like preferences or a friend's email. Each person's memory is private and encrypted; nobody else's assistant can see it.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3e5f07f8cc6c36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3e5f07f8cc6c36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Thank you! Happy to show a live demo.</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1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D9EAD3"/>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title"/>
          </p:nvPr>
        </p:nvSpPr>
        <p:spPr>
          <a:xfrm>
            <a:off x="311700" y="268875"/>
            <a:ext cx="8520600" cy="87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t>Problem:</a:t>
            </a:r>
            <a:endParaRPr b="1" sz="4500"/>
          </a:p>
        </p:txBody>
      </p:sp>
      <p:pic>
        <p:nvPicPr>
          <p:cNvPr id="55" name="Google Shape;55;p1"/>
          <p:cNvPicPr preferRelativeResize="0"/>
          <p:nvPr/>
        </p:nvPicPr>
        <p:blipFill rotWithShape="1">
          <a:blip r:embed="rId3">
            <a:alphaModFix/>
          </a:blip>
          <a:srcRect b="0" l="0" r="0" t="0"/>
          <a:stretch/>
        </p:blipFill>
        <p:spPr>
          <a:xfrm>
            <a:off x="4743975" y="661263"/>
            <a:ext cx="3820974" cy="3820974"/>
          </a:xfrm>
          <a:prstGeom prst="rect">
            <a:avLst/>
          </a:prstGeom>
          <a:noFill/>
          <a:ln>
            <a:noFill/>
          </a:ln>
        </p:spPr>
      </p:pic>
      <p:sp>
        <p:nvSpPr>
          <p:cNvPr id="56" name="Google Shape;56;p1"/>
          <p:cNvSpPr txBox="1"/>
          <p:nvPr/>
        </p:nvSpPr>
        <p:spPr>
          <a:xfrm>
            <a:off x="425100" y="1449100"/>
            <a:ext cx="2148900" cy="51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Arial"/>
                <a:ea typeface="Arial"/>
                <a:cs typeface="Arial"/>
                <a:sym typeface="Arial"/>
              </a:rPr>
              <a:t>Forgetful</a:t>
            </a:r>
            <a:endParaRPr b="1" i="0" sz="3000" u="none" cap="none" strike="noStrike">
              <a:solidFill>
                <a:schemeClr val="dk1"/>
              </a:solidFill>
              <a:latin typeface="Arial"/>
              <a:ea typeface="Arial"/>
              <a:cs typeface="Arial"/>
              <a:sym typeface="Arial"/>
            </a:endParaRPr>
          </a:p>
        </p:txBody>
      </p:sp>
      <p:sp>
        <p:nvSpPr>
          <p:cNvPr id="57" name="Google Shape;57;p1"/>
          <p:cNvSpPr txBox="1"/>
          <p:nvPr/>
        </p:nvSpPr>
        <p:spPr>
          <a:xfrm>
            <a:off x="2937850" y="2129975"/>
            <a:ext cx="2148900" cy="51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Arial"/>
                <a:ea typeface="Arial"/>
                <a:cs typeface="Arial"/>
                <a:sym typeface="Arial"/>
              </a:rPr>
              <a:t>Busy</a:t>
            </a:r>
            <a:endParaRPr b="1" i="0" sz="3000" u="none" cap="none" strike="noStrike">
              <a:solidFill>
                <a:schemeClr val="dk1"/>
              </a:solidFill>
              <a:latin typeface="Arial"/>
              <a:ea typeface="Arial"/>
              <a:cs typeface="Arial"/>
              <a:sym typeface="Arial"/>
            </a:endParaRPr>
          </a:p>
        </p:txBody>
      </p:sp>
      <p:sp>
        <p:nvSpPr>
          <p:cNvPr id="58" name="Google Shape;58;p1"/>
          <p:cNvSpPr txBox="1"/>
          <p:nvPr/>
        </p:nvSpPr>
        <p:spPr>
          <a:xfrm>
            <a:off x="366400" y="3233500"/>
            <a:ext cx="2677500" cy="51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chemeClr val="dk1"/>
                </a:solidFill>
                <a:latin typeface="Arial"/>
                <a:ea typeface="Arial"/>
                <a:cs typeface="Arial"/>
                <a:sym typeface="Arial"/>
              </a:rPr>
              <a:t>Convenience </a:t>
            </a:r>
            <a:endParaRPr b="1" i="0" sz="30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b="1" lang="en"/>
              <a:t>Beacon</a:t>
            </a:r>
            <a:endParaRPr/>
          </a:p>
        </p:txBody>
      </p:sp>
      <p:sp>
        <p:nvSpPr>
          <p:cNvPr id="64" name="Google Shape;64;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sz="2400"/>
              <a:t>By: Ethan Nelson</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3"/>
          <p:cNvSpPr txBox="1"/>
          <p:nvPr>
            <p:ph type="title"/>
          </p:nvPr>
        </p:nvSpPr>
        <p:spPr>
          <a:xfrm>
            <a:off x="311700" y="2571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t>Daily Refreshers:</a:t>
            </a:r>
            <a:endParaRPr b="1" sz="4500"/>
          </a:p>
        </p:txBody>
      </p:sp>
      <p:sp>
        <p:nvSpPr>
          <p:cNvPr id="70" name="Google Shape;70;p3"/>
          <p:cNvSpPr txBox="1"/>
          <p:nvPr/>
        </p:nvSpPr>
        <p:spPr>
          <a:xfrm>
            <a:off x="425100" y="1449100"/>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Every Morning</a:t>
            </a:r>
            <a:endParaRPr/>
          </a:p>
        </p:txBody>
      </p:sp>
      <p:sp>
        <p:nvSpPr>
          <p:cNvPr id="71" name="Google Shape;71;p3"/>
          <p:cNvSpPr txBox="1"/>
          <p:nvPr/>
        </p:nvSpPr>
        <p:spPr>
          <a:xfrm>
            <a:off x="1700000" y="2129975"/>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Your Schedule</a:t>
            </a:r>
            <a:endParaRPr/>
          </a:p>
        </p:txBody>
      </p:sp>
      <p:sp>
        <p:nvSpPr>
          <p:cNvPr id="72" name="Google Shape;72;p3"/>
          <p:cNvSpPr txBox="1"/>
          <p:nvPr/>
        </p:nvSpPr>
        <p:spPr>
          <a:xfrm>
            <a:off x="366400" y="3233500"/>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Stay Ahead</a:t>
            </a:r>
            <a:endParaRPr/>
          </a:p>
        </p:txBody>
      </p:sp>
      <p:pic>
        <p:nvPicPr>
          <p:cNvPr descr="icon_daily.png" id="73" name="Google Shape;73;p3"/>
          <p:cNvPicPr preferRelativeResize="0"/>
          <p:nvPr/>
        </p:nvPicPr>
        <p:blipFill rotWithShape="1">
          <a:blip r:embed="rId3">
            <a:alphaModFix/>
          </a:blip>
          <a:srcRect b="0" l="0" r="0" t="0"/>
          <a:stretch/>
        </p:blipFill>
        <p:spPr>
          <a:xfrm>
            <a:off x="4940628" y="821000"/>
            <a:ext cx="3426744" cy="3500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type="title"/>
          </p:nvPr>
        </p:nvSpPr>
        <p:spPr>
          <a:xfrm>
            <a:off x="311700" y="2336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t>Reminders:</a:t>
            </a:r>
            <a:endParaRPr b="1" sz="4500"/>
          </a:p>
        </p:txBody>
      </p:sp>
      <p:pic>
        <p:nvPicPr>
          <p:cNvPr id="79" name="Google Shape;79;p4"/>
          <p:cNvPicPr preferRelativeResize="0"/>
          <p:nvPr/>
        </p:nvPicPr>
        <p:blipFill rotWithShape="1">
          <a:blip r:embed="rId3">
            <a:alphaModFix/>
          </a:blip>
          <a:srcRect b="0" l="0" r="0" t="0"/>
          <a:stretch/>
        </p:blipFill>
        <p:spPr>
          <a:xfrm>
            <a:off x="51925" y="953287"/>
            <a:ext cx="3497900" cy="3497900"/>
          </a:xfrm>
          <a:prstGeom prst="rect">
            <a:avLst/>
          </a:prstGeom>
          <a:noFill/>
          <a:ln>
            <a:noFill/>
          </a:ln>
        </p:spPr>
      </p:pic>
      <p:pic>
        <p:nvPicPr>
          <p:cNvPr id="80" name="Google Shape;80;p4"/>
          <p:cNvPicPr preferRelativeResize="0"/>
          <p:nvPr/>
        </p:nvPicPr>
        <p:blipFill rotWithShape="1">
          <a:blip r:embed="rId4">
            <a:alphaModFix/>
          </a:blip>
          <a:srcRect b="0" l="0" r="0" t="0"/>
          <a:stretch/>
        </p:blipFill>
        <p:spPr>
          <a:xfrm>
            <a:off x="3549837" y="1648338"/>
            <a:ext cx="2107775" cy="2107775"/>
          </a:xfrm>
          <a:prstGeom prst="rect">
            <a:avLst/>
          </a:prstGeom>
          <a:noFill/>
          <a:ln>
            <a:noFill/>
          </a:ln>
        </p:spPr>
      </p:pic>
      <p:pic>
        <p:nvPicPr>
          <p:cNvPr id="81" name="Google Shape;81;p4"/>
          <p:cNvPicPr preferRelativeResize="0"/>
          <p:nvPr/>
        </p:nvPicPr>
        <p:blipFill rotWithShape="1">
          <a:blip r:embed="rId5">
            <a:alphaModFix/>
          </a:blip>
          <a:srcRect b="0" l="0" r="0" t="0"/>
          <a:stretch/>
        </p:blipFill>
        <p:spPr>
          <a:xfrm>
            <a:off x="5709525" y="1049300"/>
            <a:ext cx="3305826" cy="33058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5"/>
          <p:cNvSpPr txBox="1"/>
          <p:nvPr>
            <p:ph type="title"/>
          </p:nvPr>
        </p:nvSpPr>
        <p:spPr>
          <a:xfrm>
            <a:off x="311700" y="2453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t>Create, Edit, and Remove Events:</a:t>
            </a:r>
            <a:endParaRPr b="1" sz="4500"/>
          </a:p>
        </p:txBody>
      </p:sp>
      <p:pic>
        <p:nvPicPr>
          <p:cNvPr descr="icon_create2.png" id="87" name="Google Shape;87;p5"/>
          <p:cNvPicPr preferRelativeResize="0"/>
          <p:nvPr/>
        </p:nvPicPr>
        <p:blipFill rotWithShape="1">
          <a:blip r:embed="rId3">
            <a:alphaModFix/>
          </a:blip>
          <a:srcRect b="0" l="0" r="0" t="0"/>
          <a:stretch/>
        </p:blipFill>
        <p:spPr>
          <a:xfrm>
            <a:off x="624000" y="2013174"/>
            <a:ext cx="1800000" cy="1573652"/>
          </a:xfrm>
          <a:prstGeom prst="rect">
            <a:avLst/>
          </a:prstGeom>
          <a:noFill/>
          <a:ln>
            <a:noFill/>
          </a:ln>
        </p:spPr>
      </p:pic>
      <p:sp>
        <p:nvSpPr>
          <p:cNvPr id="88" name="Google Shape;88;p5"/>
          <p:cNvSpPr txBox="1"/>
          <p:nvPr/>
        </p:nvSpPr>
        <p:spPr>
          <a:xfrm>
            <a:off x="224000" y="3950000"/>
            <a:ext cx="2600000" cy="51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Create</a:t>
            </a:r>
            <a:endParaRPr/>
          </a:p>
        </p:txBody>
      </p:sp>
      <p:pic>
        <p:nvPicPr>
          <p:cNvPr descr="icon_edit.png" id="89" name="Google Shape;89;p5"/>
          <p:cNvPicPr preferRelativeResize="0"/>
          <p:nvPr/>
        </p:nvPicPr>
        <p:blipFill rotWithShape="1">
          <a:blip r:embed="rId4">
            <a:alphaModFix/>
          </a:blip>
          <a:srcRect b="0" l="0" r="0" t="0"/>
          <a:stretch/>
        </p:blipFill>
        <p:spPr>
          <a:xfrm>
            <a:off x="3672000" y="1909562"/>
            <a:ext cx="1800000" cy="1780876"/>
          </a:xfrm>
          <a:prstGeom prst="rect">
            <a:avLst/>
          </a:prstGeom>
          <a:noFill/>
          <a:ln>
            <a:noFill/>
          </a:ln>
        </p:spPr>
      </p:pic>
      <p:sp>
        <p:nvSpPr>
          <p:cNvPr id="90" name="Google Shape;90;p5"/>
          <p:cNvSpPr txBox="1"/>
          <p:nvPr/>
        </p:nvSpPr>
        <p:spPr>
          <a:xfrm>
            <a:off x="3272000" y="3950000"/>
            <a:ext cx="2600000" cy="51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Edit</a:t>
            </a:r>
            <a:endParaRPr/>
          </a:p>
        </p:txBody>
      </p:sp>
      <p:pic>
        <p:nvPicPr>
          <p:cNvPr descr="icon_remove.png" id="91" name="Google Shape;91;p5"/>
          <p:cNvPicPr preferRelativeResize="0"/>
          <p:nvPr/>
        </p:nvPicPr>
        <p:blipFill rotWithShape="1">
          <a:blip r:embed="rId5">
            <a:alphaModFix/>
          </a:blip>
          <a:srcRect b="0" l="0" r="0" t="0"/>
          <a:stretch/>
        </p:blipFill>
        <p:spPr>
          <a:xfrm>
            <a:off x="6937858" y="1900001"/>
            <a:ext cx="1364285" cy="1799999"/>
          </a:xfrm>
          <a:prstGeom prst="rect">
            <a:avLst/>
          </a:prstGeom>
          <a:noFill/>
          <a:ln>
            <a:noFill/>
          </a:ln>
        </p:spPr>
      </p:pic>
      <p:sp>
        <p:nvSpPr>
          <p:cNvPr id="92" name="Google Shape;92;p5"/>
          <p:cNvSpPr txBox="1"/>
          <p:nvPr/>
        </p:nvSpPr>
        <p:spPr>
          <a:xfrm>
            <a:off x="6320000" y="3950000"/>
            <a:ext cx="2600000" cy="516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Remove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6"/>
          <p:cNvSpPr txBox="1"/>
          <p:nvPr>
            <p:ph type="title"/>
          </p:nvPr>
        </p:nvSpPr>
        <p:spPr>
          <a:xfrm>
            <a:off x="311700" y="292375"/>
            <a:ext cx="8520600" cy="698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t>Invite Friends:</a:t>
            </a:r>
            <a:endParaRPr b="1" sz="4500"/>
          </a:p>
        </p:txBody>
      </p:sp>
      <p:pic>
        <p:nvPicPr>
          <p:cNvPr id="98" name="Google Shape;98;p6"/>
          <p:cNvPicPr preferRelativeResize="0"/>
          <p:nvPr/>
        </p:nvPicPr>
        <p:blipFill rotWithShape="1">
          <a:blip r:embed="rId3">
            <a:alphaModFix/>
          </a:blip>
          <a:srcRect b="0" l="0" r="0" t="0"/>
          <a:stretch/>
        </p:blipFill>
        <p:spPr>
          <a:xfrm>
            <a:off x="363800" y="991075"/>
            <a:ext cx="3924825" cy="3924825"/>
          </a:xfrm>
          <a:prstGeom prst="rect">
            <a:avLst/>
          </a:prstGeom>
          <a:noFill/>
          <a:ln>
            <a:noFill/>
          </a:ln>
        </p:spPr>
      </p:pic>
      <p:sp>
        <p:nvSpPr>
          <p:cNvPr id="99" name="Google Shape;99;p6"/>
          <p:cNvSpPr txBox="1"/>
          <p:nvPr/>
        </p:nvSpPr>
        <p:spPr>
          <a:xfrm>
            <a:off x="4900000" y="1449100"/>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Add Guests</a:t>
            </a:r>
            <a:endParaRPr/>
          </a:p>
        </p:txBody>
      </p:sp>
      <p:sp>
        <p:nvSpPr>
          <p:cNvPr id="100" name="Google Shape;100;p6"/>
          <p:cNvSpPr txBox="1"/>
          <p:nvPr/>
        </p:nvSpPr>
        <p:spPr>
          <a:xfrm>
            <a:off x="5300000" y="2129975"/>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Saved Contacts</a:t>
            </a:r>
            <a:endParaRPr/>
          </a:p>
        </p:txBody>
      </p:sp>
      <p:sp>
        <p:nvSpPr>
          <p:cNvPr id="101" name="Google Shape;101;p6"/>
          <p:cNvSpPr txBox="1"/>
          <p:nvPr/>
        </p:nvSpPr>
        <p:spPr>
          <a:xfrm>
            <a:off x="4900000" y="3233500"/>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Email Invites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7"/>
          <p:cNvSpPr txBox="1"/>
          <p:nvPr>
            <p:ph type="title"/>
          </p:nvPr>
        </p:nvSpPr>
        <p:spPr>
          <a:xfrm>
            <a:off x="311700" y="245400"/>
            <a:ext cx="8520600" cy="792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t>Destinations:</a:t>
            </a:r>
            <a:endParaRPr b="1" sz="4500"/>
          </a:p>
        </p:txBody>
      </p:sp>
      <p:sp>
        <p:nvSpPr>
          <p:cNvPr id="107" name="Google Shape;107;p7"/>
          <p:cNvSpPr txBox="1"/>
          <p:nvPr/>
        </p:nvSpPr>
        <p:spPr>
          <a:xfrm>
            <a:off x="425100" y="1449100"/>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When to Leave</a:t>
            </a:r>
            <a:endParaRPr/>
          </a:p>
        </p:txBody>
      </p:sp>
      <p:sp>
        <p:nvSpPr>
          <p:cNvPr id="108" name="Google Shape;108;p7"/>
          <p:cNvSpPr txBox="1"/>
          <p:nvPr/>
        </p:nvSpPr>
        <p:spPr>
          <a:xfrm>
            <a:off x="1700000" y="2129975"/>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Live Traffic</a:t>
            </a:r>
            <a:endParaRPr/>
          </a:p>
        </p:txBody>
      </p:sp>
      <p:sp>
        <p:nvSpPr>
          <p:cNvPr id="109" name="Google Shape;109;p7"/>
          <p:cNvSpPr txBox="1"/>
          <p:nvPr/>
        </p:nvSpPr>
        <p:spPr>
          <a:xfrm>
            <a:off x="366400" y="3233500"/>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Places Nearby</a:t>
            </a:r>
            <a:endParaRPr/>
          </a:p>
        </p:txBody>
      </p:sp>
      <p:pic>
        <p:nvPicPr>
          <p:cNvPr descr="icon_destinations.png" id="110" name="Google Shape;110;p7"/>
          <p:cNvPicPr preferRelativeResize="0"/>
          <p:nvPr/>
        </p:nvPicPr>
        <p:blipFill rotWithShape="1">
          <a:blip r:embed="rId3">
            <a:alphaModFix/>
          </a:blip>
          <a:srcRect b="0" l="0" r="0" t="0"/>
          <a:stretch/>
        </p:blipFill>
        <p:spPr>
          <a:xfrm>
            <a:off x="4904000" y="1027147"/>
            <a:ext cx="3500000" cy="334570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8"/>
          <p:cNvSpPr txBox="1"/>
          <p:nvPr>
            <p:ph type="title"/>
          </p:nvPr>
        </p:nvSpPr>
        <p:spPr>
          <a:xfrm>
            <a:off x="311700" y="2571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4500"/>
              <a:t>Memories:</a:t>
            </a:r>
            <a:endParaRPr b="1" sz="4500"/>
          </a:p>
        </p:txBody>
      </p:sp>
      <p:pic>
        <p:nvPicPr>
          <p:cNvPr descr="icon_memories.png" id="116" name="Google Shape;116;p8"/>
          <p:cNvPicPr preferRelativeResize="0"/>
          <p:nvPr/>
        </p:nvPicPr>
        <p:blipFill rotWithShape="1">
          <a:blip r:embed="rId3">
            <a:alphaModFix/>
          </a:blip>
          <a:srcRect b="0" l="0" r="0" t="0"/>
          <a:stretch/>
        </p:blipFill>
        <p:spPr>
          <a:xfrm>
            <a:off x="526000" y="1369924"/>
            <a:ext cx="3600000" cy="3166153"/>
          </a:xfrm>
          <a:prstGeom prst="rect">
            <a:avLst/>
          </a:prstGeom>
          <a:noFill/>
          <a:ln>
            <a:noFill/>
          </a:ln>
        </p:spPr>
      </p:pic>
      <p:sp>
        <p:nvSpPr>
          <p:cNvPr id="117" name="Google Shape;117;p8"/>
          <p:cNvSpPr txBox="1"/>
          <p:nvPr/>
        </p:nvSpPr>
        <p:spPr>
          <a:xfrm>
            <a:off x="4900000" y="1449100"/>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Preferences</a:t>
            </a:r>
            <a:endParaRPr/>
          </a:p>
        </p:txBody>
      </p:sp>
      <p:sp>
        <p:nvSpPr>
          <p:cNvPr id="118" name="Google Shape;118;p8"/>
          <p:cNvSpPr txBox="1"/>
          <p:nvPr/>
        </p:nvSpPr>
        <p:spPr>
          <a:xfrm>
            <a:off x="5300000" y="2129975"/>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Contacts</a:t>
            </a:r>
            <a:endParaRPr/>
          </a:p>
        </p:txBody>
      </p:sp>
      <p:sp>
        <p:nvSpPr>
          <p:cNvPr id="119" name="Google Shape;119;p8"/>
          <p:cNvSpPr txBox="1"/>
          <p:nvPr/>
        </p:nvSpPr>
        <p:spPr>
          <a:xfrm>
            <a:off x="4900000" y="3233500"/>
            <a:ext cx="3300000" cy="516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 sz="3000" u="none" cap="none" strike="noStrike">
                <a:solidFill>
                  <a:schemeClr val="dk1"/>
                </a:solidFill>
                <a:latin typeface="Arial"/>
                <a:ea typeface="Arial"/>
                <a:cs typeface="Arial"/>
                <a:sym typeface="Arial"/>
              </a:rPr>
              <a:t>Notes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h3e5f07f8cc6c3666_0_0" title="Beacon - Architecture.png"/>
          <p:cNvPicPr preferRelativeResize="0"/>
          <p:nvPr/>
        </p:nvPicPr>
        <p:blipFill>
          <a:blip r:embed="rId3">
            <a:alphaModFix/>
          </a:blip>
          <a:stretch>
            <a:fillRect/>
          </a:stretch>
        </p:blipFill>
        <p:spPr>
          <a:xfrm>
            <a:off x="-118533" y="0"/>
            <a:ext cx="9262531" cy="5210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9"/>
          <p:cNvSpPr txBox="1"/>
          <p:nvPr>
            <p:ph type="title"/>
          </p:nvPr>
        </p:nvSpPr>
        <p:spPr>
          <a:xfrm>
            <a:off x="311700" y="1658700"/>
            <a:ext cx="8520600" cy="182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sz="11000"/>
              <a:t>Questions?</a:t>
            </a:r>
            <a:endParaRPr b="1" sz="110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